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63" r:id="rId6"/>
    <p:sldId id="261" r:id="rId7"/>
    <p:sldId id="260" r:id="rId8"/>
    <p:sldId id="264" r:id="rId9"/>
    <p:sldId id="265" r:id="rId10"/>
    <p:sldId id="25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844A4-C27F-4CD2-833D-E131F7093C18}" v="81" dt="2026-01-19T11:43:27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rina Lama" userId="4e8f923e51bc8f8b" providerId="LiveId" clId="{032BFE3C-8ACE-4959-82C8-F4C52BA9C5BE}"/>
    <pc:docChg chg="undo custSel addSld delSld modSld sldOrd">
      <pc:chgData name="Katerina Lama" userId="4e8f923e51bc8f8b" providerId="LiveId" clId="{032BFE3C-8ACE-4959-82C8-F4C52BA9C5BE}" dt="2026-01-19T12:00:30.096" v="1945" actId="1076"/>
      <pc:docMkLst>
        <pc:docMk/>
      </pc:docMkLst>
      <pc:sldChg chg="addSp delSp modSp mod setBg">
        <pc:chgData name="Katerina Lama" userId="4e8f923e51bc8f8b" providerId="LiveId" clId="{032BFE3C-8ACE-4959-82C8-F4C52BA9C5BE}" dt="2026-01-18T23:48:31.216" v="1249" actId="207"/>
        <pc:sldMkLst>
          <pc:docMk/>
          <pc:sldMk cId="997230782" sldId="256"/>
        </pc:sldMkLst>
        <pc:spChg chg="add mod">
          <ac:chgData name="Katerina Lama" userId="4e8f923e51bc8f8b" providerId="LiveId" clId="{032BFE3C-8ACE-4959-82C8-F4C52BA9C5BE}" dt="2026-01-18T23:48:31.216" v="1249" actId="207"/>
          <ac:spMkLst>
            <pc:docMk/>
            <pc:sldMk cId="997230782" sldId="256"/>
            <ac:spMk id="6" creationId="{3C5EE45D-EE52-9051-D6F8-3893A06C409F}"/>
          </ac:spMkLst>
        </pc:spChg>
        <pc:spChg chg="add mod">
          <ac:chgData name="Katerina Lama" userId="4e8f923e51bc8f8b" providerId="LiveId" clId="{032BFE3C-8ACE-4959-82C8-F4C52BA9C5BE}" dt="2026-01-18T23:48:25.631" v="1248" actId="207"/>
          <ac:spMkLst>
            <pc:docMk/>
            <pc:sldMk cId="997230782" sldId="256"/>
            <ac:spMk id="9" creationId="{FBB51085-EEAA-23E6-4AC9-9C20633EEADA}"/>
          </ac:spMkLst>
        </pc:spChg>
        <pc:picChg chg="mod modCrop">
          <ac:chgData name="Katerina Lama" userId="4e8f923e51bc8f8b" providerId="LiveId" clId="{032BFE3C-8ACE-4959-82C8-F4C52BA9C5BE}" dt="2026-01-10T11:13:21.637" v="60" actId="1076"/>
          <ac:picMkLst>
            <pc:docMk/>
            <pc:sldMk cId="997230782" sldId="256"/>
            <ac:picMk id="5" creationId="{3A6630AB-50E7-6C73-23AB-C8A03F4A15EA}"/>
          </ac:picMkLst>
        </pc:picChg>
      </pc:sldChg>
      <pc:sldChg chg="addSp delSp modSp new mod setBg">
        <pc:chgData name="Katerina Lama" userId="4e8f923e51bc8f8b" providerId="LiveId" clId="{032BFE3C-8ACE-4959-82C8-F4C52BA9C5BE}" dt="2026-01-18T23:48:03.489" v="1246"/>
        <pc:sldMkLst>
          <pc:docMk/>
          <pc:sldMk cId="1575404963" sldId="257"/>
        </pc:sldMkLst>
        <pc:spChg chg="add del mod">
          <ac:chgData name="Katerina Lama" userId="4e8f923e51bc8f8b" providerId="LiveId" clId="{032BFE3C-8ACE-4959-82C8-F4C52BA9C5BE}" dt="2026-01-11T19:17:11.862" v="944" actId="1076"/>
          <ac:spMkLst>
            <pc:docMk/>
            <pc:sldMk cId="1575404963" sldId="257"/>
            <ac:spMk id="3" creationId="{1C38A639-579A-586F-1FDD-4838F73F51F6}"/>
          </ac:spMkLst>
        </pc:spChg>
        <pc:spChg chg="add mod">
          <ac:chgData name="Katerina Lama" userId="4e8f923e51bc8f8b" providerId="LiveId" clId="{032BFE3C-8ACE-4959-82C8-F4C52BA9C5BE}" dt="2026-01-18T23:47:47.352" v="1244" actId="207"/>
          <ac:spMkLst>
            <pc:docMk/>
            <pc:sldMk cId="1575404963" sldId="257"/>
            <ac:spMk id="4" creationId="{9A2DBC11-4B78-E285-27C4-9DB0B181E51B}"/>
          </ac:spMkLst>
        </pc:spChg>
        <pc:spChg chg="add mod">
          <ac:chgData name="Katerina Lama" userId="4e8f923e51bc8f8b" providerId="LiveId" clId="{032BFE3C-8ACE-4959-82C8-F4C52BA9C5BE}" dt="2026-01-11T19:17:33.126" v="951" actId="14100"/>
          <ac:spMkLst>
            <pc:docMk/>
            <pc:sldMk cId="1575404963" sldId="257"/>
            <ac:spMk id="7" creationId="{E9867D7A-9264-2E4A-6E91-B43217AB4835}"/>
          </ac:spMkLst>
        </pc:spChg>
      </pc:sldChg>
      <pc:sldChg chg="addSp delSp modSp add mod setBg">
        <pc:chgData name="Katerina Lama" userId="4e8f923e51bc8f8b" providerId="LiveId" clId="{032BFE3C-8ACE-4959-82C8-F4C52BA9C5BE}" dt="2026-01-19T11:52:12.357" v="1858" actId="1076"/>
        <pc:sldMkLst>
          <pc:docMk/>
          <pc:sldMk cId="3943745945" sldId="258"/>
        </pc:sldMkLst>
        <pc:spChg chg="add mod">
          <ac:chgData name="Katerina Lama" userId="4e8f923e51bc8f8b" providerId="LiveId" clId="{032BFE3C-8ACE-4959-82C8-F4C52BA9C5BE}" dt="2026-01-18T23:44:03.792" v="1227" actId="1076"/>
          <ac:spMkLst>
            <pc:docMk/>
            <pc:sldMk cId="3943745945" sldId="258"/>
            <ac:spMk id="4" creationId="{A5DD30A3-38AC-BBF8-A3D8-79E07460607C}"/>
          </ac:spMkLst>
        </pc:spChg>
        <pc:spChg chg="add mod">
          <ac:chgData name="Katerina Lama" userId="4e8f923e51bc8f8b" providerId="LiveId" clId="{032BFE3C-8ACE-4959-82C8-F4C52BA9C5BE}" dt="2026-01-18T23:44:09.717" v="1228" actId="2711"/>
          <ac:spMkLst>
            <pc:docMk/>
            <pc:sldMk cId="3943745945" sldId="258"/>
            <ac:spMk id="5" creationId="{B96904F5-6BD9-9CD9-D0CF-2B5A87FB8B28}"/>
          </ac:spMkLst>
        </pc:spChg>
        <pc:spChg chg="add mod">
          <ac:chgData name="Katerina Lama" userId="4e8f923e51bc8f8b" providerId="LiveId" clId="{032BFE3C-8ACE-4959-82C8-F4C52BA9C5BE}" dt="2026-01-18T23:47:07.421" v="1240" actId="207"/>
          <ac:spMkLst>
            <pc:docMk/>
            <pc:sldMk cId="3943745945" sldId="258"/>
            <ac:spMk id="7" creationId="{D6B07252-7E25-63AF-B0AC-38E1F437E7D1}"/>
          </ac:spMkLst>
        </pc:spChg>
        <pc:spChg chg="add mod">
          <ac:chgData name="Katerina Lama" userId="4e8f923e51bc8f8b" providerId="LiveId" clId="{032BFE3C-8ACE-4959-82C8-F4C52BA9C5BE}" dt="2026-01-18T23:47:22.705" v="1241" actId="207"/>
          <ac:spMkLst>
            <pc:docMk/>
            <pc:sldMk cId="3943745945" sldId="258"/>
            <ac:spMk id="10" creationId="{8E194144-456F-0114-7581-205897A2D291}"/>
          </ac:spMkLst>
        </pc:spChg>
        <pc:picChg chg="add del mod modCrop">
          <ac:chgData name="Katerina Lama" userId="4e8f923e51bc8f8b" providerId="LiveId" clId="{032BFE3C-8ACE-4959-82C8-F4C52BA9C5BE}" dt="2026-01-19T11:49:48.114" v="1839" actId="21"/>
          <ac:picMkLst>
            <pc:docMk/>
            <pc:sldMk cId="3943745945" sldId="258"/>
            <ac:picMk id="3" creationId="{AF0F3ACF-75E7-9ADB-67FC-F6521DEB7A1B}"/>
          </ac:picMkLst>
        </pc:picChg>
        <pc:picChg chg="add del mod">
          <ac:chgData name="Katerina Lama" userId="4e8f923e51bc8f8b" providerId="LiveId" clId="{032BFE3C-8ACE-4959-82C8-F4C52BA9C5BE}" dt="2026-01-18T23:40:59.892" v="1093" actId="21"/>
          <ac:picMkLst>
            <pc:docMk/>
            <pc:sldMk cId="3943745945" sldId="258"/>
            <ac:picMk id="6" creationId="{458F3357-A8AF-19F3-E951-876A7FD34B79}"/>
          </ac:picMkLst>
        </pc:picChg>
        <pc:picChg chg="add mod">
          <ac:chgData name="Katerina Lama" userId="4e8f923e51bc8f8b" providerId="LiveId" clId="{032BFE3C-8ACE-4959-82C8-F4C52BA9C5BE}" dt="2026-01-19T11:50:00.372" v="1844" actId="1076"/>
          <ac:picMkLst>
            <pc:docMk/>
            <pc:sldMk cId="3943745945" sldId="258"/>
            <ac:picMk id="6" creationId="{9CD77FD7-1CB7-039E-6B91-3514F167CBCD}"/>
          </ac:picMkLst>
        </pc:picChg>
        <pc:picChg chg="add del mod modCrop">
          <ac:chgData name="Katerina Lama" userId="4e8f923e51bc8f8b" providerId="LiveId" clId="{032BFE3C-8ACE-4959-82C8-F4C52BA9C5BE}" dt="2026-01-19T11:49:25.625" v="1836" actId="21"/>
          <ac:picMkLst>
            <pc:docMk/>
            <pc:sldMk cId="3943745945" sldId="258"/>
            <ac:picMk id="9" creationId="{523A191B-8090-7768-351C-FF8326BC3FB6}"/>
          </ac:picMkLst>
        </pc:picChg>
        <pc:picChg chg="add mod modCrop">
          <ac:chgData name="Katerina Lama" userId="4e8f923e51bc8f8b" providerId="LiveId" clId="{032BFE3C-8ACE-4959-82C8-F4C52BA9C5BE}" dt="2026-01-19T11:52:12.357" v="1858" actId="1076"/>
          <ac:picMkLst>
            <pc:docMk/>
            <pc:sldMk cId="3943745945" sldId="258"/>
            <ac:picMk id="11" creationId="{B2DDA1FA-4844-8175-2747-D172683A59BB}"/>
          </ac:picMkLst>
        </pc:picChg>
      </pc:sldChg>
      <pc:sldChg chg="addSp delSp modSp add mod ord setBg">
        <pc:chgData name="Katerina Lama" userId="4e8f923e51bc8f8b" providerId="LiveId" clId="{032BFE3C-8ACE-4959-82C8-F4C52BA9C5BE}" dt="2026-01-19T11:45:27.633" v="1777"/>
        <pc:sldMkLst>
          <pc:docMk/>
          <pc:sldMk cId="1224935063" sldId="259"/>
        </pc:sldMkLst>
        <pc:spChg chg="add mod">
          <ac:chgData name="Katerina Lama" userId="4e8f923e51bc8f8b" providerId="LiveId" clId="{032BFE3C-8ACE-4959-82C8-F4C52BA9C5BE}" dt="2026-01-11T19:21:33.051" v="998" actId="1076"/>
          <ac:spMkLst>
            <pc:docMk/>
            <pc:sldMk cId="1224935063" sldId="259"/>
            <ac:spMk id="3" creationId="{05E9CA35-2279-F504-70FF-7C303C0D4D2C}"/>
          </ac:spMkLst>
        </pc:spChg>
        <pc:spChg chg="add mod">
          <ac:chgData name="Katerina Lama" userId="4e8f923e51bc8f8b" providerId="LiveId" clId="{032BFE3C-8ACE-4959-82C8-F4C52BA9C5BE}" dt="2026-01-18T23:49:12.266" v="1250" actId="207"/>
          <ac:spMkLst>
            <pc:docMk/>
            <pc:sldMk cId="1224935063" sldId="259"/>
            <ac:spMk id="15" creationId="{C5874D17-AF96-70D2-56B9-961E334B4F74}"/>
          </ac:spMkLst>
        </pc:spChg>
        <pc:spChg chg="add mod">
          <ac:chgData name="Katerina Lama" userId="4e8f923e51bc8f8b" providerId="LiveId" clId="{032BFE3C-8ACE-4959-82C8-F4C52BA9C5BE}" dt="2026-01-18T23:49:22.442" v="1252" actId="207"/>
          <ac:spMkLst>
            <pc:docMk/>
            <pc:sldMk cId="1224935063" sldId="259"/>
            <ac:spMk id="21" creationId="{A3AF37B0-94AB-AE73-981E-475BEED7C275}"/>
          </ac:spMkLst>
        </pc:spChg>
        <pc:picChg chg="add mod modCrop">
          <ac:chgData name="Katerina Lama" userId="4e8f923e51bc8f8b" providerId="LiveId" clId="{032BFE3C-8ACE-4959-82C8-F4C52BA9C5BE}" dt="2026-01-11T19:21:36.052" v="999" actId="1076"/>
          <ac:picMkLst>
            <pc:docMk/>
            <pc:sldMk cId="1224935063" sldId="259"/>
            <ac:picMk id="5" creationId="{07973527-BF04-A647-8506-C71D5BB2731E}"/>
          </ac:picMkLst>
        </pc:picChg>
        <pc:picChg chg="add mod">
          <ac:chgData name="Katerina Lama" userId="4e8f923e51bc8f8b" providerId="LiveId" clId="{032BFE3C-8ACE-4959-82C8-F4C52BA9C5BE}" dt="2026-01-11T18:17:41.245" v="679" actId="14100"/>
          <ac:picMkLst>
            <pc:docMk/>
            <pc:sldMk cId="1224935063" sldId="259"/>
            <ac:picMk id="7" creationId="{158EAB36-3BE5-1A70-A41F-46B120E23CB3}"/>
          </ac:picMkLst>
        </pc:picChg>
        <pc:picChg chg="add mod">
          <ac:chgData name="Katerina Lama" userId="4e8f923e51bc8f8b" providerId="LiveId" clId="{032BFE3C-8ACE-4959-82C8-F4C52BA9C5BE}" dt="2026-01-11T18:17:29.303" v="676" actId="1076"/>
          <ac:picMkLst>
            <pc:docMk/>
            <pc:sldMk cId="1224935063" sldId="259"/>
            <ac:picMk id="9" creationId="{C9EDF481-BDD0-9258-04C3-78D744A9A659}"/>
          </ac:picMkLst>
        </pc:picChg>
        <pc:picChg chg="add mod">
          <ac:chgData name="Katerina Lama" userId="4e8f923e51bc8f8b" providerId="LiveId" clId="{032BFE3C-8ACE-4959-82C8-F4C52BA9C5BE}" dt="2026-01-11T18:17:25.209" v="675" actId="1076"/>
          <ac:picMkLst>
            <pc:docMk/>
            <pc:sldMk cId="1224935063" sldId="259"/>
            <ac:picMk id="11" creationId="{4B42371C-5AC0-31C1-AB66-DEB02F3DCD2D}"/>
          </ac:picMkLst>
        </pc:picChg>
        <pc:picChg chg="add mod">
          <ac:chgData name="Katerina Lama" userId="4e8f923e51bc8f8b" providerId="LiveId" clId="{032BFE3C-8ACE-4959-82C8-F4C52BA9C5BE}" dt="2026-01-11T18:17:20.583" v="674" actId="1076"/>
          <ac:picMkLst>
            <pc:docMk/>
            <pc:sldMk cId="1224935063" sldId="259"/>
            <ac:picMk id="13" creationId="{A87D3E5C-A51A-868F-F152-99064B34671C}"/>
          </ac:picMkLst>
        </pc:picChg>
      </pc:sldChg>
      <pc:sldChg chg="addSp delSp modSp add mod setBg">
        <pc:chgData name="Katerina Lama" userId="4e8f923e51bc8f8b" providerId="LiveId" clId="{032BFE3C-8ACE-4959-82C8-F4C52BA9C5BE}" dt="2026-01-18T23:52:47.990" v="1283" actId="207"/>
        <pc:sldMkLst>
          <pc:docMk/>
          <pc:sldMk cId="2942031164" sldId="260"/>
        </pc:sldMkLst>
        <pc:spChg chg="add mod">
          <ac:chgData name="Katerina Lama" userId="4e8f923e51bc8f8b" providerId="LiveId" clId="{032BFE3C-8ACE-4959-82C8-F4C52BA9C5BE}" dt="2026-01-18T23:52:40.278" v="1282" actId="207"/>
          <ac:spMkLst>
            <pc:docMk/>
            <pc:sldMk cId="2942031164" sldId="260"/>
            <ac:spMk id="9" creationId="{390A2EFC-20C3-0CB2-BCF6-C6B19B11E96F}"/>
          </ac:spMkLst>
        </pc:spChg>
        <pc:spChg chg="add mod">
          <ac:chgData name="Katerina Lama" userId="4e8f923e51bc8f8b" providerId="LiveId" clId="{032BFE3C-8ACE-4959-82C8-F4C52BA9C5BE}" dt="2026-01-18T23:52:47.990" v="1283" actId="207"/>
          <ac:spMkLst>
            <pc:docMk/>
            <pc:sldMk cId="2942031164" sldId="260"/>
            <ac:spMk id="13" creationId="{55AE656C-8D78-73C1-DE77-D3EE464458C6}"/>
          </ac:spMkLst>
        </pc:spChg>
        <pc:picChg chg="add mod">
          <ac:chgData name="Katerina Lama" userId="4e8f923e51bc8f8b" providerId="LiveId" clId="{032BFE3C-8ACE-4959-82C8-F4C52BA9C5BE}" dt="2026-01-11T18:37:59.941" v="813" actId="1076"/>
          <ac:picMkLst>
            <pc:docMk/>
            <pc:sldMk cId="2942031164" sldId="260"/>
            <ac:picMk id="5" creationId="{B142D596-4A9F-8502-2C95-C8A5C9DF3C2E}"/>
          </ac:picMkLst>
        </pc:picChg>
        <pc:picChg chg="add mod">
          <ac:chgData name="Katerina Lama" userId="4e8f923e51bc8f8b" providerId="LiveId" clId="{032BFE3C-8ACE-4959-82C8-F4C52BA9C5BE}" dt="2026-01-11T18:38:12.007" v="816" actId="14100"/>
          <ac:picMkLst>
            <pc:docMk/>
            <pc:sldMk cId="2942031164" sldId="260"/>
            <ac:picMk id="7" creationId="{F4FC030E-9D03-C645-ED42-7FF7C30C76BC}"/>
          </ac:picMkLst>
        </pc:picChg>
      </pc:sldChg>
      <pc:sldChg chg="addSp delSp modSp add mod ord setBg">
        <pc:chgData name="Katerina Lama" userId="4e8f923e51bc8f8b" providerId="LiveId" clId="{032BFE3C-8ACE-4959-82C8-F4C52BA9C5BE}" dt="2026-01-18T23:52:27.566" v="1280" actId="1076"/>
        <pc:sldMkLst>
          <pc:docMk/>
          <pc:sldMk cId="505344178" sldId="261"/>
        </pc:sldMkLst>
        <pc:spChg chg="add mod">
          <ac:chgData name="Katerina Lama" userId="4e8f923e51bc8f8b" providerId="LiveId" clId="{032BFE3C-8ACE-4959-82C8-F4C52BA9C5BE}" dt="2026-01-18T23:52:26.516" v="1279" actId="1076"/>
          <ac:spMkLst>
            <pc:docMk/>
            <pc:sldMk cId="505344178" sldId="261"/>
            <ac:spMk id="6" creationId="{2F0F851B-E4B4-F48C-87C1-5311FB3CE91E}"/>
          </ac:spMkLst>
        </pc:spChg>
        <pc:spChg chg="add mod">
          <ac:chgData name="Katerina Lama" userId="4e8f923e51bc8f8b" providerId="LiveId" clId="{032BFE3C-8ACE-4959-82C8-F4C52BA9C5BE}" dt="2026-01-18T23:49:36.394" v="1254" actId="207"/>
          <ac:spMkLst>
            <pc:docMk/>
            <pc:sldMk cId="505344178" sldId="261"/>
            <ac:spMk id="12" creationId="{6D6106C5-820F-29BC-1FAE-1E924A43C02B}"/>
          </ac:spMkLst>
        </pc:spChg>
        <pc:spChg chg="add mod">
          <ac:chgData name="Katerina Lama" userId="4e8f923e51bc8f8b" providerId="LiveId" clId="{032BFE3C-8ACE-4959-82C8-F4C52BA9C5BE}" dt="2026-01-18T23:49:41.520" v="1255" actId="207"/>
          <ac:spMkLst>
            <pc:docMk/>
            <pc:sldMk cId="505344178" sldId="261"/>
            <ac:spMk id="15" creationId="{8C085DCB-C148-E5AC-0A8B-8769D4A7BF07}"/>
          </ac:spMkLst>
        </pc:spChg>
        <pc:picChg chg="add mod">
          <ac:chgData name="Katerina Lama" userId="4e8f923e51bc8f8b" providerId="LiveId" clId="{032BFE3C-8ACE-4959-82C8-F4C52BA9C5BE}" dt="2026-01-18T23:52:27.566" v="1280" actId="1076"/>
          <ac:picMkLst>
            <pc:docMk/>
            <pc:sldMk cId="505344178" sldId="261"/>
            <ac:picMk id="5" creationId="{E47A2B7F-D031-50C6-2105-7EABC18A3366}"/>
          </ac:picMkLst>
        </pc:picChg>
      </pc:sldChg>
      <pc:sldChg chg="addSp delSp modSp add del mod">
        <pc:chgData name="Katerina Lama" userId="4e8f923e51bc8f8b" providerId="LiveId" clId="{032BFE3C-8ACE-4959-82C8-F4C52BA9C5BE}" dt="2026-01-18T23:53:31.689" v="1290" actId="2696"/>
        <pc:sldMkLst>
          <pc:docMk/>
          <pc:sldMk cId="3802383116" sldId="262"/>
        </pc:sldMkLst>
      </pc:sldChg>
      <pc:sldChg chg="addSp delSp modSp add mod ord setBg">
        <pc:chgData name="Katerina Lama" userId="4e8f923e51bc8f8b" providerId="LiveId" clId="{032BFE3C-8ACE-4959-82C8-F4C52BA9C5BE}" dt="2026-01-19T12:00:30.096" v="1945" actId="1076"/>
        <pc:sldMkLst>
          <pc:docMk/>
          <pc:sldMk cId="1728812209" sldId="263"/>
        </pc:sldMkLst>
        <pc:spChg chg="add mod">
          <ac:chgData name="Katerina Lama" userId="4e8f923e51bc8f8b" providerId="LiveId" clId="{032BFE3C-8ACE-4959-82C8-F4C52BA9C5BE}" dt="2026-01-19T00:01:08.423" v="1433" actId="1076"/>
          <ac:spMkLst>
            <pc:docMk/>
            <pc:sldMk cId="1728812209" sldId="263"/>
            <ac:spMk id="7" creationId="{D4AD9628-BBDD-27CE-49EA-A15972CED90B}"/>
          </ac:spMkLst>
        </pc:spChg>
        <pc:spChg chg="add mod">
          <ac:chgData name="Katerina Lama" userId="4e8f923e51bc8f8b" providerId="LiveId" clId="{032BFE3C-8ACE-4959-82C8-F4C52BA9C5BE}" dt="2026-01-18T23:56:33.040" v="1337" actId="14100"/>
          <ac:spMkLst>
            <pc:docMk/>
            <pc:sldMk cId="1728812209" sldId="263"/>
            <ac:spMk id="8" creationId="{FA1E5721-6CBB-E173-8EF9-8F5BCBF0E741}"/>
          </ac:spMkLst>
        </pc:spChg>
        <pc:spChg chg="add mod">
          <ac:chgData name="Katerina Lama" userId="4e8f923e51bc8f8b" providerId="LiveId" clId="{032BFE3C-8ACE-4959-82C8-F4C52BA9C5BE}" dt="2026-01-18T23:56:26.577" v="1336" actId="1076"/>
          <ac:spMkLst>
            <pc:docMk/>
            <pc:sldMk cId="1728812209" sldId="263"/>
            <ac:spMk id="9" creationId="{43308F0C-D758-9CF2-2345-ECE56D5E482F}"/>
          </ac:spMkLst>
        </pc:spChg>
        <pc:spChg chg="add mod">
          <ac:chgData name="Katerina Lama" userId="4e8f923e51bc8f8b" providerId="LiveId" clId="{032BFE3C-8ACE-4959-82C8-F4C52BA9C5BE}" dt="2026-01-19T11:58:07.349" v="1911" actId="1076"/>
          <ac:spMkLst>
            <pc:docMk/>
            <pc:sldMk cId="1728812209" sldId="263"/>
            <ac:spMk id="12" creationId="{C1E8F734-A652-8A9E-A4BA-EDCA097E66DD}"/>
          </ac:spMkLst>
        </pc:spChg>
        <pc:spChg chg="add mod">
          <ac:chgData name="Katerina Lama" userId="4e8f923e51bc8f8b" providerId="LiveId" clId="{032BFE3C-8ACE-4959-82C8-F4C52BA9C5BE}" dt="2026-01-19T11:59:09.765" v="1927" actId="1076"/>
          <ac:spMkLst>
            <pc:docMk/>
            <pc:sldMk cId="1728812209" sldId="263"/>
            <ac:spMk id="13" creationId="{033D2CAD-5551-EEE4-F5BD-23A1BD467C60}"/>
          </ac:spMkLst>
        </pc:spChg>
        <pc:picChg chg="add del mod">
          <ac:chgData name="Katerina Lama" userId="4e8f923e51bc8f8b" providerId="LiveId" clId="{032BFE3C-8ACE-4959-82C8-F4C52BA9C5BE}" dt="2026-01-19T11:53:13.597" v="1859" actId="21"/>
          <ac:picMkLst>
            <pc:docMk/>
            <pc:sldMk cId="1728812209" sldId="263"/>
            <ac:picMk id="3" creationId="{DF4852EA-C147-DFC8-07EF-9E0A937CB2A5}"/>
          </ac:picMkLst>
        </pc:picChg>
        <pc:picChg chg="add del mod">
          <ac:chgData name="Katerina Lama" userId="4e8f923e51bc8f8b" providerId="LiveId" clId="{032BFE3C-8ACE-4959-82C8-F4C52BA9C5BE}" dt="2026-01-18T23:54:28.005" v="1294" actId="21"/>
          <ac:picMkLst>
            <pc:docMk/>
            <pc:sldMk cId="1728812209" sldId="263"/>
            <ac:picMk id="4" creationId="{994A7B08-E29C-C959-51BD-A0A80AECFC8C}"/>
          </ac:picMkLst>
        </pc:picChg>
        <pc:picChg chg="add del mod modCrop">
          <ac:chgData name="Katerina Lama" userId="4e8f923e51bc8f8b" providerId="LiveId" clId="{032BFE3C-8ACE-4959-82C8-F4C52BA9C5BE}" dt="2026-01-19T11:58:17.095" v="1913" actId="21"/>
          <ac:picMkLst>
            <pc:docMk/>
            <pc:sldMk cId="1728812209" sldId="263"/>
            <ac:picMk id="4" creationId="{D6E12D1C-B4F9-1F2A-13DE-F06E0B9F8023}"/>
          </ac:picMkLst>
        </pc:picChg>
        <pc:picChg chg="add del mod">
          <ac:chgData name="Katerina Lama" userId="4e8f923e51bc8f8b" providerId="LiveId" clId="{032BFE3C-8ACE-4959-82C8-F4C52BA9C5BE}" dt="2026-01-19T11:53:49.838" v="1878" actId="21"/>
          <ac:picMkLst>
            <pc:docMk/>
            <pc:sldMk cId="1728812209" sldId="263"/>
            <ac:picMk id="6" creationId="{BB5986CF-3AE8-7292-6B02-D985D631D9FB}"/>
          </ac:picMkLst>
        </pc:picChg>
        <pc:picChg chg="add mod">
          <ac:chgData name="Katerina Lama" userId="4e8f923e51bc8f8b" providerId="LiveId" clId="{032BFE3C-8ACE-4959-82C8-F4C52BA9C5BE}" dt="2026-01-19T11:54:54.091" v="1884" actId="1076"/>
          <ac:picMkLst>
            <pc:docMk/>
            <pc:sldMk cId="1728812209" sldId="263"/>
            <ac:picMk id="10" creationId="{FED070EC-AA5A-14D1-1D5B-B6C6EF74ED7D}"/>
          </ac:picMkLst>
        </pc:picChg>
        <pc:picChg chg="add del">
          <ac:chgData name="Katerina Lama" userId="4e8f923e51bc8f8b" providerId="LiveId" clId="{032BFE3C-8ACE-4959-82C8-F4C52BA9C5BE}" dt="2026-01-18T23:56:56.087" v="1343" actId="22"/>
          <ac:picMkLst>
            <pc:docMk/>
            <pc:sldMk cId="1728812209" sldId="263"/>
            <ac:picMk id="11" creationId="{99967F87-A73D-A395-2352-EFAB7041E5EF}"/>
          </ac:picMkLst>
        </pc:picChg>
        <pc:picChg chg="add del mod">
          <ac:chgData name="Katerina Lama" userId="4e8f923e51bc8f8b" providerId="LiveId" clId="{032BFE3C-8ACE-4959-82C8-F4C52BA9C5BE}" dt="2026-01-19T11:55:44.363" v="1894" actId="21"/>
          <ac:picMkLst>
            <pc:docMk/>
            <pc:sldMk cId="1728812209" sldId="263"/>
            <ac:picMk id="14" creationId="{A538CF1E-8E99-7345-76F2-2E62F97B686D}"/>
          </ac:picMkLst>
        </pc:picChg>
        <pc:picChg chg="add del mod">
          <ac:chgData name="Katerina Lama" userId="4e8f923e51bc8f8b" providerId="LiveId" clId="{032BFE3C-8ACE-4959-82C8-F4C52BA9C5BE}" dt="2026-01-19T11:56:36.287" v="1902" actId="21"/>
          <ac:picMkLst>
            <pc:docMk/>
            <pc:sldMk cId="1728812209" sldId="263"/>
            <ac:picMk id="15" creationId="{FA8BD5EE-D96E-D85D-B057-C36780144D0C}"/>
          </ac:picMkLst>
        </pc:picChg>
        <pc:picChg chg="add del mod">
          <ac:chgData name="Katerina Lama" userId="4e8f923e51bc8f8b" providerId="LiveId" clId="{032BFE3C-8ACE-4959-82C8-F4C52BA9C5BE}" dt="2026-01-19T11:54:58.597" v="1885" actId="21"/>
          <ac:picMkLst>
            <pc:docMk/>
            <pc:sldMk cId="1728812209" sldId="263"/>
            <ac:picMk id="17" creationId="{B7738741-3E61-72D5-63D6-4A796C37AA4E}"/>
          </ac:picMkLst>
        </pc:picChg>
        <pc:picChg chg="add del mod">
          <ac:chgData name="Katerina Lama" userId="4e8f923e51bc8f8b" providerId="LiveId" clId="{032BFE3C-8ACE-4959-82C8-F4C52BA9C5BE}" dt="2026-01-19T11:57:42.891" v="1904" actId="21"/>
          <ac:picMkLst>
            <pc:docMk/>
            <pc:sldMk cId="1728812209" sldId="263"/>
            <ac:picMk id="18" creationId="{60F53592-DF0E-E9A6-F7DA-51D3B28E3339}"/>
          </ac:picMkLst>
        </pc:picChg>
        <pc:picChg chg="add mod">
          <ac:chgData name="Katerina Lama" userId="4e8f923e51bc8f8b" providerId="LiveId" clId="{032BFE3C-8ACE-4959-82C8-F4C52BA9C5BE}" dt="2026-01-19T11:57:59.067" v="1910" actId="1076"/>
          <ac:picMkLst>
            <pc:docMk/>
            <pc:sldMk cId="1728812209" sldId="263"/>
            <ac:picMk id="20" creationId="{06FA5C1C-0CCE-A969-19EF-3F1775A70B2B}"/>
          </ac:picMkLst>
        </pc:picChg>
        <pc:picChg chg="add mod">
          <ac:chgData name="Katerina Lama" userId="4e8f923e51bc8f8b" providerId="LiveId" clId="{032BFE3C-8ACE-4959-82C8-F4C52BA9C5BE}" dt="2026-01-19T11:59:03.765" v="1926" actId="14100"/>
          <ac:picMkLst>
            <pc:docMk/>
            <pc:sldMk cId="1728812209" sldId="263"/>
            <ac:picMk id="22" creationId="{27817013-636B-E7E6-0501-DB9FAE837926}"/>
          </ac:picMkLst>
        </pc:picChg>
        <pc:picChg chg="add mod">
          <ac:chgData name="Katerina Lama" userId="4e8f923e51bc8f8b" providerId="LiveId" clId="{032BFE3C-8ACE-4959-82C8-F4C52BA9C5BE}" dt="2026-01-19T12:00:30.096" v="1945" actId="1076"/>
          <ac:picMkLst>
            <pc:docMk/>
            <pc:sldMk cId="1728812209" sldId="263"/>
            <ac:picMk id="24" creationId="{C22E5075-C966-FBDA-1A8F-BB5920D1B075}"/>
          </ac:picMkLst>
        </pc:picChg>
      </pc:sldChg>
      <pc:sldChg chg="addSp delSp modSp add mod setBg">
        <pc:chgData name="Katerina Lama" userId="4e8f923e51bc8f8b" providerId="LiveId" clId="{032BFE3C-8ACE-4959-82C8-F4C52BA9C5BE}" dt="2026-01-18T23:53:02.554" v="1286" actId="207"/>
        <pc:sldMkLst>
          <pc:docMk/>
          <pc:sldMk cId="2283698882" sldId="264"/>
        </pc:sldMkLst>
        <pc:spChg chg="add del mod">
          <ac:chgData name="Katerina Lama" userId="4e8f923e51bc8f8b" providerId="LiveId" clId="{032BFE3C-8ACE-4959-82C8-F4C52BA9C5BE}" dt="2026-01-18T23:52:58.064" v="1285" actId="207"/>
          <ac:spMkLst>
            <pc:docMk/>
            <pc:sldMk cId="2283698882" sldId="264"/>
            <ac:spMk id="7" creationId="{6BF634E4-004D-D31D-DEC6-200CEF163CFF}"/>
          </ac:spMkLst>
        </pc:spChg>
        <pc:spChg chg="add mod">
          <ac:chgData name="Katerina Lama" userId="4e8f923e51bc8f8b" providerId="LiveId" clId="{032BFE3C-8ACE-4959-82C8-F4C52BA9C5BE}" dt="2026-01-18T23:53:02.554" v="1286" actId="207"/>
          <ac:spMkLst>
            <pc:docMk/>
            <pc:sldMk cId="2283698882" sldId="264"/>
            <ac:spMk id="12" creationId="{CBC6C360-28FF-C49A-2943-A70EAB38AA22}"/>
          </ac:spMkLst>
        </pc:spChg>
        <pc:picChg chg="add mod">
          <ac:chgData name="Katerina Lama" userId="4e8f923e51bc8f8b" providerId="LiveId" clId="{032BFE3C-8ACE-4959-82C8-F4C52BA9C5BE}" dt="2026-01-11T18:40:07.088" v="826" actId="1076"/>
          <ac:picMkLst>
            <pc:docMk/>
            <pc:sldMk cId="2283698882" sldId="264"/>
            <ac:picMk id="4" creationId="{69B5EF56-8538-A89D-14B4-CF3A71083AFE}"/>
          </ac:picMkLst>
        </pc:picChg>
        <pc:picChg chg="add mod">
          <ac:chgData name="Katerina Lama" userId="4e8f923e51bc8f8b" providerId="LiveId" clId="{032BFE3C-8ACE-4959-82C8-F4C52BA9C5BE}" dt="2026-01-11T18:40:00.738" v="821" actId="1076"/>
          <ac:picMkLst>
            <pc:docMk/>
            <pc:sldMk cId="2283698882" sldId="264"/>
            <ac:picMk id="6" creationId="{DE471585-1492-A94E-3995-64E513D4D7F8}"/>
          </ac:picMkLst>
        </pc:picChg>
      </pc:sldChg>
      <pc:sldChg chg="addSp delSp modSp add mod setBg">
        <pc:chgData name="Katerina Lama" userId="4e8f923e51bc8f8b" providerId="LiveId" clId="{032BFE3C-8ACE-4959-82C8-F4C52BA9C5BE}" dt="2026-01-18T23:53:20.084" v="1289"/>
        <pc:sldMkLst>
          <pc:docMk/>
          <pc:sldMk cId="570824870" sldId="265"/>
        </pc:sldMkLst>
        <pc:spChg chg="add mod">
          <ac:chgData name="Katerina Lama" userId="4e8f923e51bc8f8b" providerId="LiveId" clId="{032BFE3C-8ACE-4959-82C8-F4C52BA9C5BE}" dt="2026-01-18T23:53:12.291" v="1287" actId="207"/>
          <ac:spMkLst>
            <pc:docMk/>
            <pc:sldMk cId="570824870" sldId="265"/>
            <ac:spMk id="11" creationId="{64BFE6B9-7B88-E3F9-1F4A-915946F63593}"/>
          </ac:spMkLst>
        </pc:spChg>
        <pc:spChg chg="add mod">
          <ac:chgData name="Katerina Lama" userId="4e8f923e51bc8f8b" providerId="LiveId" clId="{032BFE3C-8ACE-4959-82C8-F4C52BA9C5BE}" dt="2026-01-18T23:53:16.129" v="1288" actId="207"/>
          <ac:spMkLst>
            <pc:docMk/>
            <pc:sldMk cId="570824870" sldId="265"/>
            <ac:spMk id="12" creationId="{883FCA97-BA38-450D-0C96-900457FEEB82}"/>
          </ac:spMkLst>
        </pc:spChg>
        <pc:picChg chg="add mod">
          <ac:chgData name="Katerina Lama" userId="4e8f923e51bc8f8b" providerId="LiveId" clId="{032BFE3C-8ACE-4959-82C8-F4C52BA9C5BE}" dt="2026-01-11T18:43:01.705" v="844" actId="14100"/>
          <ac:picMkLst>
            <pc:docMk/>
            <pc:sldMk cId="570824870" sldId="265"/>
            <ac:picMk id="5" creationId="{B4EB30AB-103C-D2F6-0ECA-E1379EC18AC2}"/>
          </ac:picMkLst>
        </pc:picChg>
        <pc:picChg chg="add mod">
          <ac:chgData name="Katerina Lama" userId="4e8f923e51bc8f8b" providerId="LiveId" clId="{032BFE3C-8ACE-4959-82C8-F4C52BA9C5BE}" dt="2026-01-11T18:42:57.380" v="843" actId="1076"/>
          <ac:picMkLst>
            <pc:docMk/>
            <pc:sldMk cId="570824870" sldId="265"/>
            <ac:picMk id="8" creationId="{2303646B-02F6-3BA2-58DF-5F5F69B44CB6}"/>
          </ac:picMkLst>
        </pc:picChg>
      </pc:sldChg>
      <pc:sldChg chg="addSp delSp modSp new mod setBg">
        <pc:chgData name="Katerina Lama" userId="4e8f923e51bc8f8b" providerId="LiveId" clId="{032BFE3C-8ACE-4959-82C8-F4C52BA9C5BE}" dt="2026-01-19T00:01:22.295" v="1435"/>
        <pc:sldMkLst>
          <pc:docMk/>
          <pc:sldMk cId="607198187" sldId="266"/>
        </pc:sldMkLst>
        <pc:picChg chg="add mod">
          <ac:chgData name="Katerina Lama" userId="4e8f923e51bc8f8b" providerId="LiveId" clId="{032BFE3C-8ACE-4959-82C8-F4C52BA9C5BE}" dt="2026-01-11T19:09:05.685" v="911" actId="1076"/>
          <ac:picMkLst>
            <pc:docMk/>
            <pc:sldMk cId="607198187" sldId="266"/>
            <ac:picMk id="5" creationId="{836E6131-6E57-737C-C433-F3456D53F8C5}"/>
          </ac:picMkLst>
        </pc:picChg>
      </pc:sldChg>
      <pc:sldChg chg="addSp delSp modSp new mod setBg">
        <pc:chgData name="Katerina Lama" userId="4e8f923e51bc8f8b" providerId="LiveId" clId="{032BFE3C-8ACE-4959-82C8-F4C52BA9C5BE}" dt="2026-01-19T11:47:56.327" v="1835" actId="20577"/>
        <pc:sldMkLst>
          <pc:docMk/>
          <pc:sldMk cId="2160857731" sldId="267"/>
        </pc:sldMkLst>
        <pc:spChg chg="del mod">
          <ac:chgData name="Katerina Lama" userId="4e8f923e51bc8f8b" providerId="LiveId" clId="{032BFE3C-8ACE-4959-82C8-F4C52BA9C5BE}" dt="2026-01-19T09:57:36.166" v="1452" actId="21"/>
          <ac:spMkLst>
            <pc:docMk/>
            <pc:sldMk cId="2160857731" sldId="267"/>
            <ac:spMk id="2" creationId="{7D1D165D-6629-0BD8-2A22-DC32E1B74086}"/>
          </ac:spMkLst>
        </pc:spChg>
        <pc:spChg chg="mod">
          <ac:chgData name="Katerina Lama" userId="4e8f923e51bc8f8b" providerId="LiveId" clId="{032BFE3C-8ACE-4959-82C8-F4C52BA9C5BE}" dt="2026-01-19T11:47:56.327" v="1835" actId="20577"/>
          <ac:spMkLst>
            <pc:docMk/>
            <pc:sldMk cId="2160857731" sldId="267"/>
            <ac:spMk id="3" creationId="{EDB5B845-7ECF-C8CA-D17D-80512795703E}"/>
          </ac:spMkLst>
        </pc:spChg>
        <pc:spChg chg="add del mod">
          <ac:chgData name="Katerina Lama" userId="4e8f923e51bc8f8b" providerId="LiveId" clId="{032BFE3C-8ACE-4959-82C8-F4C52BA9C5BE}" dt="2026-01-19T09:57:47.299" v="1454" actId="21"/>
          <ac:spMkLst>
            <pc:docMk/>
            <pc:sldMk cId="2160857731" sldId="267"/>
            <ac:spMk id="7" creationId="{9AE14518-D846-A560-4AFA-A54A78984DCC}"/>
          </ac:spMkLst>
        </pc:spChg>
        <pc:spChg chg="add mod">
          <ac:chgData name="Katerina Lama" userId="4e8f923e51bc8f8b" providerId="LiveId" clId="{032BFE3C-8ACE-4959-82C8-F4C52BA9C5BE}" dt="2026-01-19T11:38:16.237" v="1468" actId="1076"/>
          <ac:spMkLst>
            <pc:docMk/>
            <pc:sldMk cId="2160857731" sldId="267"/>
            <ac:spMk id="8" creationId="{4C572F5E-7C4C-9E06-CF20-8920B3DDF5B2}"/>
          </ac:spMkLst>
        </pc:spChg>
        <pc:spChg chg="add mod">
          <ac:chgData name="Katerina Lama" userId="4e8f923e51bc8f8b" providerId="LiveId" clId="{032BFE3C-8ACE-4959-82C8-F4C52BA9C5BE}" dt="2026-01-19T11:47:16.553" v="1790" actId="1076"/>
          <ac:spMkLst>
            <pc:docMk/>
            <pc:sldMk cId="2160857731" sldId="267"/>
            <ac:spMk id="9" creationId="{F1F254B8-EB45-AABC-7FB5-9EAD57BF77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0266D-10A3-4C81-A48C-04AEE43CF0B8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E56C4-62E3-4DD6-9A45-5546983CB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5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E668-D8A7-3C0A-D12F-8D3DF80E5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601D3-7A27-9E85-3822-64A94124E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78C75-69FB-060A-99EB-3821FA24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712EA-557C-E06B-CD9B-AB711841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ED0FC-ECFF-F17D-CEF6-3916DC7E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58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3F31-E2EF-8C8B-3151-45D06289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DA32B-B9F7-8946-9719-45B00A611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A95ED-2C7D-E56A-EB43-50CF5A0D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CB56-32FA-7CCA-1CC6-0CDBF8C9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65D1-41CF-E9EF-463F-B44C2E9C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3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6BC99-97E2-03F2-71B9-63F008B5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977E0-DDFE-CD61-31EC-3CA0963C3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0380-6DC9-46A1-B294-B6C98FBFF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1856E-6C67-20E2-4294-B88F1467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CB881-859C-5664-9B55-1B707D7F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6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0287-FD84-C561-A083-2ED25E83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D9A6-2491-9FD6-4DF6-748656928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822E3-CE1D-EAF5-1DC4-3A3246854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4CABE-5281-E63B-B799-314DEC15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B99CD-BE81-6B2A-8428-E02F692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67658-6150-EE96-DCBD-324EDAE8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1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83E6-E2C4-D603-2A7E-CE6867A0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44254-B158-846F-B8D9-6421F5192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0C8C-8465-35B5-486C-12160342E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0503D-4A11-2086-6B54-6AA0FDD13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0DBF2-E2B8-35EC-3407-38E167FB5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A9CDD-3F89-C567-4D7C-9604F428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9691F-9C18-A345-FEB0-0271C30A5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49B42-8D17-E7D4-31AD-F01A58DB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5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27B21-0235-3558-191E-863416F07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A75DC-9735-8108-D38A-D5BF1E4B6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D8C5-BF8A-CE48-D6ED-9ADCF9A4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817E9-ED2F-7AB8-D4EC-F918AFC3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14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7495C-1347-C54B-F710-B0CFAB1B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CB410-76B8-4525-B6EF-CCB0A6821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3AED-CA8F-79F9-7948-DA6DA323D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4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451DC-B294-5265-1969-B9C3D8D5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1AC47-CCB9-BB32-AD32-45567A40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7C19C-E1D1-EDFC-80C0-D9C622A09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11231-2DCF-D8BB-F9B9-F92ED9D9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A6F7C-CF1B-238C-4A21-04513E37D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D4C39-0593-1E22-C86F-6F7A0A3B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2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E67B-AA87-E1C7-3E37-DA0F2CA2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114FA-932D-A8DA-D8F1-6B317A42C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31EBE7-5B69-500C-D0C3-90F2E6977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057B0-4671-FB56-BF07-F0654974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8275-269B-B376-C7B3-9CA48C1C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4300A-E050-F1D6-B5AD-DA9CE7F3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0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EF5B-4562-A90E-6997-74E702AF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729F9-5F89-BDE0-03B1-4D7749380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61C9A-00EE-FB3E-C104-D4ACEAAE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96FE-D159-55A6-0B8E-3C83A1CE6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7942-3FEB-3092-B3AA-27F736F8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4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ED741-0D2A-7DE8-2C0F-D8B4D5F22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AF2D6-8283-D85B-1BB5-62267DE59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5C6DF-0E24-A75D-CBEA-617BE04F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56517-D1EC-3FFE-DF0F-FFBB24BE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8B450-7E22-71A1-18D7-203C8A62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7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E12AA-88D4-B0BD-F7FC-66671F0C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B6BCF-A361-6F2A-56F4-AAE740B3F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51AD6-66B7-96CC-0D27-4C2031558E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D692D-2067-4D16-ADA0-2C731CBB6F5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50FC6-799E-39DE-C768-E124B0FE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AF74D-FC3F-EDBC-E57C-19DD50872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B1E715-65E9-4EA2-970C-FC8FB4F64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3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elfvivek/environment-impact-of-food-productio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6630AB-50E7-6C73-23AB-C8A03F4A1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16" b="15577"/>
          <a:stretch>
            <a:fillRect/>
          </a:stretch>
        </p:blipFill>
        <p:spPr>
          <a:xfrm>
            <a:off x="1915886" y="2507063"/>
            <a:ext cx="8046722" cy="39791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5EE45D-EE52-9051-D6F8-3893A06C409F}"/>
              </a:ext>
            </a:extLst>
          </p:cNvPr>
          <p:cNvSpPr/>
          <p:nvPr/>
        </p:nvSpPr>
        <p:spPr>
          <a:xfrm>
            <a:off x="762000" y="206707"/>
            <a:ext cx="10287001" cy="18313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B51085-EEAA-23E6-4AC9-9C20633EE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982" y="-115059"/>
            <a:ext cx="9998529" cy="2387600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Production Impact on CO₂ Emissions</a:t>
            </a:r>
            <a:b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 Blue Data Academy</a:t>
            </a:r>
            <a:b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2</a:t>
            </a:r>
            <a:b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Aikaterini Lama</a:t>
            </a: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30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A639-579A-586F-1FDD-4838F73F5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545" y="1161596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https://www.kaggle.com/datasets/selfvivek/environment-impact-of-food-production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Subject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Study 43 most common foods grown across globe and how they contribute to greenhouse gas emissions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DBC11-4B78-E285-27C4-9DB0B181E51B}"/>
              </a:ext>
            </a:extLst>
          </p:cNvPr>
          <p:cNvSpPr/>
          <p:nvPr/>
        </p:nvSpPr>
        <p:spPr>
          <a:xfrm>
            <a:off x="413655" y="812954"/>
            <a:ext cx="4974772" cy="352697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867D7A-9264-2E4A-6E91-B43217AB4835}"/>
              </a:ext>
            </a:extLst>
          </p:cNvPr>
          <p:cNvSpPr txBox="1">
            <a:spLocks/>
          </p:cNvSpPr>
          <p:nvPr/>
        </p:nvSpPr>
        <p:spPr>
          <a:xfrm>
            <a:off x="838200" y="1850562"/>
            <a:ext cx="47679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Information</a:t>
            </a:r>
          </a:p>
        </p:txBody>
      </p:sp>
    </p:spTree>
    <p:extLst>
      <p:ext uri="{BB962C8B-B14F-4D97-AF65-F5344CB8AC3E}">
        <p14:creationId xmlns:p14="http://schemas.microsoft.com/office/powerpoint/2010/main" val="157540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B845-7ECF-C8CA-D17D-80512795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069"/>
            <a:ext cx="10515600" cy="4464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Important Key Takeaways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 impact on CO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emissions is derived from: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Meat and dairy products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Shrimps and oils (palm, soya etc.)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Animal based or high protein products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Farming production stage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Sustainability is affected from “Land Use Change”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572F5E-7C4C-9E06-CF20-8920B3DDF5B2}"/>
              </a:ext>
            </a:extLst>
          </p:cNvPr>
          <p:cNvSpPr/>
          <p:nvPr/>
        </p:nvSpPr>
        <p:spPr>
          <a:xfrm>
            <a:off x="838200" y="153858"/>
            <a:ext cx="10515600" cy="105435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F254B8-EB45-AABC-7FB5-9EAD57BF7770}"/>
              </a:ext>
            </a:extLst>
          </p:cNvPr>
          <p:cNvSpPr txBox="1"/>
          <p:nvPr/>
        </p:nvSpPr>
        <p:spPr>
          <a:xfrm>
            <a:off x="4198296" y="419427"/>
            <a:ext cx="5204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216085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FBD29-63F0-BCFD-1E32-782CDB14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DD30A3-38AC-BBF8-A3D8-79E07460607C}"/>
              </a:ext>
            </a:extLst>
          </p:cNvPr>
          <p:cNvSpPr txBox="1"/>
          <p:nvPr/>
        </p:nvSpPr>
        <p:spPr>
          <a:xfrm>
            <a:off x="2582231" y="1040917"/>
            <a:ext cx="94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types of food have more negative impact on the environment?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B07252-7E25-63AF-B0AC-38E1F437E7D1}"/>
              </a:ext>
            </a:extLst>
          </p:cNvPr>
          <p:cNvSpPr/>
          <p:nvPr/>
        </p:nvSpPr>
        <p:spPr>
          <a:xfrm>
            <a:off x="952499" y="140854"/>
            <a:ext cx="10287001" cy="8319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E194144-456F-0114-7581-205897A2D291}"/>
              </a:ext>
            </a:extLst>
          </p:cNvPr>
          <p:cNvSpPr txBox="1">
            <a:spLocks/>
          </p:cNvSpPr>
          <p:nvPr/>
        </p:nvSpPr>
        <p:spPr>
          <a:xfrm>
            <a:off x="3000288" y="-84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Emissions per Food 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904F5-6BD9-9CD9-D0CF-2B5A87FB8B28}"/>
              </a:ext>
            </a:extLst>
          </p:cNvPr>
          <p:cNvSpPr txBox="1"/>
          <p:nvPr/>
        </p:nvSpPr>
        <p:spPr>
          <a:xfrm>
            <a:off x="3123738" y="4022649"/>
            <a:ext cx="94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Animal-Based Products vs Plant-Based Products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77FD7-1CB7-039E-6B91-3514F167C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7" y="4391981"/>
            <a:ext cx="9796403" cy="2377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DDA1FA-4844-8175-2747-D172683A5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7" t="5296" r="1035" b="-740"/>
          <a:stretch>
            <a:fillRect/>
          </a:stretch>
        </p:blipFill>
        <p:spPr>
          <a:xfrm>
            <a:off x="1989770" y="1553769"/>
            <a:ext cx="8212455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45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3FE6E-0030-9FE2-A3CD-A72BBFC1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1E5721-6CBB-E173-8EF9-8F5BCBF0E741}"/>
              </a:ext>
            </a:extLst>
          </p:cNvPr>
          <p:cNvSpPr/>
          <p:nvPr/>
        </p:nvSpPr>
        <p:spPr>
          <a:xfrm>
            <a:off x="419100" y="82184"/>
            <a:ext cx="11353800" cy="73493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3308F0C-D758-9CF2-2345-ECE56D5E482F}"/>
              </a:ext>
            </a:extLst>
          </p:cNvPr>
          <p:cNvSpPr txBox="1">
            <a:spLocks/>
          </p:cNvSpPr>
          <p:nvPr/>
        </p:nvSpPr>
        <p:spPr>
          <a:xfrm>
            <a:off x="1059435" y="-295299"/>
            <a:ext cx="109030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Carbon Footprint Comparison of High Protein vs Low Protein Foods?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D9628-BBDD-27CE-49EA-A15972CED90B}"/>
              </a:ext>
            </a:extLst>
          </p:cNvPr>
          <p:cNvSpPr txBox="1"/>
          <p:nvPr/>
        </p:nvSpPr>
        <p:spPr>
          <a:xfrm>
            <a:off x="7782887" y="931850"/>
            <a:ext cx="2704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High Protein Products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E8F734-A652-8A9E-A4BA-EDCA097E66DD}"/>
              </a:ext>
            </a:extLst>
          </p:cNvPr>
          <p:cNvSpPr txBox="1"/>
          <p:nvPr/>
        </p:nvSpPr>
        <p:spPr>
          <a:xfrm>
            <a:off x="7889891" y="4107036"/>
            <a:ext cx="2704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Low Protein Products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3D2CAD-5551-EEE4-F5BD-23A1BD467C60}"/>
              </a:ext>
            </a:extLst>
          </p:cNvPr>
          <p:cNvSpPr txBox="1"/>
          <p:nvPr/>
        </p:nvSpPr>
        <p:spPr>
          <a:xfrm>
            <a:off x="1059435" y="4107036"/>
            <a:ext cx="2704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Medium Protein Products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D070EC-AA5A-14D1-1D5B-B6C6EF74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032" y="1287708"/>
            <a:ext cx="6622221" cy="21031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FA5C1C-0CCE-A969-19EF-3F1775A70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32" y="4518732"/>
            <a:ext cx="6746023" cy="21031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817013-636B-E7E6-0501-DB9FAE837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69" y="4568702"/>
            <a:ext cx="5029200" cy="2053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2E5075-C966-FBDA-1A8F-BB5920D1B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3" y="971012"/>
            <a:ext cx="5076086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1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CB9B8-F6CA-DF36-191B-5F3B1360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7A2B7F-D031-50C6-2105-7EABC18A3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59" y="1778238"/>
            <a:ext cx="6378417" cy="4389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F851B-E4B4-F48C-87C1-5311FB3CE91E}"/>
              </a:ext>
            </a:extLst>
          </p:cNvPr>
          <p:cNvSpPr txBox="1"/>
          <p:nvPr/>
        </p:nvSpPr>
        <p:spPr>
          <a:xfrm>
            <a:off x="1511724" y="1101107"/>
            <a:ext cx="1038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/>
              <a:t>Which stage of food production contributes more to the greenhouse gas emission?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106C5-820F-29BC-1FAE-1E924A43C02B}"/>
              </a:ext>
            </a:extLst>
          </p:cNvPr>
          <p:cNvSpPr/>
          <p:nvPr/>
        </p:nvSpPr>
        <p:spPr>
          <a:xfrm>
            <a:off x="89888" y="140854"/>
            <a:ext cx="11906170" cy="7140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C085DCB-C148-E5AC-0A8B-8769D4A7BF07}"/>
              </a:ext>
            </a:extLst>
          </p:cNvPr>
          <p:cNvSpPr txBox="1">
            <a:spLocks/>
          </p:cNvSpPr>
          <p:nvPr/>
        </p:nvSpPr>
        <p:spPr>
          <a:xfrm>
            <a:off x="89887" y="-101367"/>
            <a:ext cx="121021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Production Stages vs Greenhouse Gas Emission on Food Level</a:t>
            </a:r>
          </a:p>
        </p:txBody>
      </p:sp>
    </p:spTree>
    <p:extLst>
      <p:ext uri="{BB962C8B-B14F-4D97-AF65-F5344CB8AC3E}">
        <p14:creationId xmlns:p14="http://schemas.microsoft.com/office/powerpoint/2010/main" val="50534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EE75B-6879-51BA-7B2F-BE823F6B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42D596-4A9F-8502-2C95-C8A5C9DF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30" y="1092892"/>
            <a:ext cx="10636539" cy="2468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FC030E-9D03-C645-ED42-7FF7C30C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30" y="3901593"/>
            <a:ext cx="10554993" cy="24688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0A2EFC-20C3-0CB2-BCF6-C6B19B11E96F}"/>
              </a:ext>
            </a:extLst>
          </p:cNvPr>
          <p:cNvSpPr/>
          <p:nvPr/>
        </p:nvSpPr>
        <p:spPr>
          <a:xfrm>
            <a:off x="359229" y="164227"/>
            <a:ext cx="11353800" cy="7719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AE656C-8D78-73C1-DE77-D3EE464458C6}"/>
              </a:ext>
            </a:extLst>
          </p:cNvPr>
          <p:cNvSpPr txBox="1">
            <a:spLocks/>
          </p:cNvSpPr>
          <p:nvPr/>
        </p:nvSpPr>
        <p:spPr>
          <a:xfrm>
            <a:off x="2685479" y="-323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Production Stages per Product</a:t>
            </a:r>
          </a:p>
        </p:txBody>
      </p:sp>
    </p:spTree>
    <p:extLst>
      <p:ext uri="{BB962C8B-B14F-4D97-AF65-F5344CB8AC3E}">
        <p14:creationId xmlns:p14="http://schemas.microsoft.com/office/powerpoint/2010/main" val="294203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47DCC-F7F4-20E0-7634-83B4D95F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5EF56-8538-A89D-14B4-CF3A71083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17" y="1190958"/>
            <a:ext cx="10275764" cy="2560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471585-1492-A94E-3995-64E513D4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98" y="3954871"/>
            <a:ext cx="11839403" cy="24688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F634E4-004D-D31D-DEC6-200CEF163CFF}"/>
              </a:ext>
            </a:extLst>
          </p:cNvPr>
          <p:cNvSpPr/>
          <p:nvPr/>
        </p:nvSpPr>
        <p:spPr>
          <a:xfrm>
            <a:off x="359229" y="164227"/>
            <a:ext cx="11353800" cy="7719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BC6C360-28FF-C49A-2943-A70EAB38AA22}"/>
              </a:ext>
            </a:extLst>
          </p:cNvPr>
          <p:cNvSpPr txBox="1">
            <a:spLocks/>
          </p:cNvSpPr>
          <p:nvPr/>
        </p:nvSpPr>
        <p:spPr>
          <a:xfrm>
            <a:off x="2609280" y="-1125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Production Stages per Product</a:t>
            </a:r>
          </a:p>
        </p:txBody>
      </p:sp>
    </p:spTree>
    <p:extLst>
      <p:ext uri="{BB962C8B-B14F-4D97-AF65-F5344CB8AC3E}">
        <p14:creationId xmlns:p14="http://schemas.microsoft.com/office/powerpoint/2010/main" val="2283698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71D53-F3FE-B582-E598-9BE20DA8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B30AB-103C-D2F6-0ECA-E1379EC1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52" y="1020871"/>
            <a:ext cx="11248095" cy="2686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03646B-02F6-3BA2-58DF-5F5F69B44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4" y="4149969"/>
            <a:ext cx="11787471" cy="248343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4BFE6B9-7B88-E3F9-1F4A-915946F63593}"/>
              </a:ext>
            </a:extLst>
          </p:cNvPr>
          <p:cNvSpPr/>
          <p:nvPr/>
        </p:nvSpPr>
        <p:spPr>
          <a:xfrm>
            <a:off x="359229" y="164227"/>
            <a:ext cx="11353800" cy="7719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3FCA97-BA38-450D-0C96-900457FEEB82}"/>
              </a:ext>
            </a:extLst>
          </p:cNvPr>
          <p:cNvSpPr txBox="1">
            <a:spLocks/>
          </p:cNvSpPr>
          <p:nvPr/>
        </p:nvSpPr>
        <p:spPr>
          <a:xfrm>
            <a:off x="2609280" y="-1125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Production Stages per Product</a:t>
            </a:r>
          </a:p>
        </p:txBody>
      </p:sp>
    </p:spTree>
    <p:extLst>
      <p:ext uri="{BB962C8B-B14F-4D97-AF65-F5344CB8AC3E}">
        <p14:creationId xmlns:p14="http://schemas.microsoft.com/office/powerpoint/2010/main" val="57082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27E9EA-3F9F-7F49-80F4-B667CADC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9CA35-2279-F504-70FF-7C303C0D4D2C}"/>
              </a:ext>
            </a:extLst>
          </p:cNvPr>
          <p:cNvSpPr txBox="1"/>
          <p:nvPr/>
        </p:nvSpPr>
        <p:spPr>
          <a:xfrm>
            <a:off x="902240" y="762329"/>
            <a:ext cx="1038751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types of food production should be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encouraged to consume nutritious diet in 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sustainable way?</a:t>
            </a:r>
          </a:p>
          <a:p>
            <a:endParaRPr lang="en-US" dirty="0"/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food production affects the land use?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73527-BF04-A647-8506-C71D5BB27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05"/>
          <a:stretch>
            <a:fillRect/>
          </a:stretch>
        </p:blipFill>
        <p:spPr>
          <a:xfrm>
            <a:off x="1422141" y="2128273"/>
            <a:ext cx="3537057" cy="2470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EAB36-3BE5-1A70-A41F-46B120E23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54" y="753979"/>
            <a:ext cx="6077746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EDF481-BDD0-9258-04C3-78D744A9A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054" y="2582779"/>
            <a:ext cx="6077746" cy="2103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42371C-5AC0-31C1-AB66-DEB02F3DC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054" y="4685899"/>
            <a:ext cx="6077745" cy="2124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7D3E5C-A51A-868F-F152-99064B3467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338" y="4667172"/>
            <a:ext cx="5262665" cy="21435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874D17-AF96-70D2-56B9-961E334B4F74}"/>
              </a:ext>
            </a:extLst>
          </p:cNvPr>
          <p:cNvSpPr/>
          <p:nvPr/>
        </p:nvSpPr>
        <p:spPr>
          <a:xfrm>
            <a:off x="674915" y="140854"/>
            <a:ext cx="11321142" cy="54713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3AF37B0-94AB-AE73-981E-475BEED7C275}"/>
              </a:ext>
            </a:extLst>
          </p:cNvPr>
          <p:cNvSpPr txBox="1">
            <a:spLocks/>
          </p:cNvSpPr>
          <p:nvPr/>
        </p:nvSpPr>
        <p:spPr>
          <a:xfrm>
            <a:off x="1973057" y="-20484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Product vs Land Use Change</a:t>
            </a:r>
          </a:p>
        </p:txBody>
      </p:sp>
    </p:spTree>
    <p:extLst>
      <p:ext uri="{BB962C8B-B14F-4D97-AF65-F5344CB8AC3E}">
        <p14:creationId xmlns:p14="http://schemas.microsoft.com/office/powerpoint/2010/main" val="122493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6E6131-6E57-737C-C433-F3456D53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40" y="594360"/>
            <a:ext cx="8503920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19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212</Words>
  <Application>Microsoft Office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Food Production Impact on CO₂ Emissions  Big Blue Data Academy Project 2 Aikaterini Lama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Katerina Lama</dc:creator>
  <cp:lastModifiedBy>Katerina Lama</cp:lastModifiedBy>
  <cp:revision>1</cp:revision>
  <dcterms:created xsi:type="dcterms:W3CDTF">2026-01-10T10:56:18Z</dcterms:created>
  <dcterms:modified xsi:type="dcterms:W3CDTF">2026-01-19T12:00:33Z</dcterms:modified>
</cp:coreProperties>
</file>